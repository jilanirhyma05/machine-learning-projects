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4046FC-E970-47CC-9061-A029562F9C8F}" v="82" dt="2026-03-18T20:59:06.3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7" autoAdjust="0"/>
    <p:restoredTop sz="94660"/>
  </p:normalViewPr>
  <p:slideViewPr>
    <p:cSldViewPr snapToGrid="0">
      <p:cViewPr>
        <p:scale>
          <a:sx n="75" d="100"/>
          <a:sy n="75" d="100"/>
        </p:scale>
        <p:origin x="284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hyma Jilani" userId="84bf065a0dcc8dd4" providerId="LiveId" clId="{466FECE6-4AC9-4E95-A3BA-E73261089EEB}"/>
    <pc:docChg chg="undo redo custSel modSld modMainMaster">
      <pc:chgData name="Rhyma Jilani" userId="84bf065a0dcc8dd4" providerId="LiveId" clId="{466FECE6-4AC9-4E95-A3BA-E73261089EEB}" dt="2026-03-18T21:00:13.630" v="336" actId="1076"/>
      <pc:docMkLst>
        <pc:docMk/>
      </pc:docMkLst>
      <pc:sldChg chg="addSp modSp mod setBg">
        <pc:chgData name="Rhyma Jilani" userId="84bf065a0dcc8dd4" providerId="LiveId" clId="{466FECE6-4AC9-4E95-A3BA-E73261089EEB}" dt="2026-03-18T20:38:28.179" v="189"/>
        <pc:sldMkLst>
          <pc:docMk/>
          <pc:sldMk cId="2900420844" sldId="256"/>
        </pc:sldMkLst>
        <pc:spChg chg="mod">
          <ac:chgData name="Rhyma Jilani" userId="84bf065a0dcc8dd4" providerId="LiveId" clId="{466FECE6-4AC9-4E95-A3BA-E73261089EEB}" dt="2026-03-18T20:38:28.179" v="189"/>
          <ac:spMkLst>
            <pc:docMk/>
            <pc:sldMk cId="2900420844" sldId="256"/>
            <ac:spMk id="2" creationId="{7D8D0E80-59A7-43A0-64D5-DB25E217517F}"/>
          </ac:spMkLst>
        </pc:spChg>
        <pc:spChg chg="mod">
          <ac:chgData name="Rhyma Jilani" userId="84bf065a0dcc8dd4" providerId="LiveId" clId="{466FECE6-4AC9-4E95-A3BA-E73261089EEB}" dt="2026-03-18T20:38:10.599" v="185" actId="207"/>
          <ac:spMkLst>
            <pc:docMk/>
            <pc:sldMk cId="2900420844" sldId="256"/>
            <ac:spMk id="3" creationId="{212EC33F-5589-C9FA-8509-E2D9DECFA35B}"/>
          </ac:spMkLst>
        </pc:spChg>
        <pc:spChg chg="add mod">
          <ac:chgData name="Rhyma Jilani" userId="84bf065a0dcc8dd4" providerId="LiveId" clId="{466FECE6-4AC9-4E95-A3BA-E73261089EEB}" dt="2026-03-18T20:26:20.181" v="81" actId="33987"/>
          <ac:spMkLst>
            <pc:docMk/>
            <pc:sldMk cId="2900420844" sldId="256"/>
            <ac:spMk id="4" creationId="{7C93B257-6EE8-3732-C43C-14D712D8DFB3}"/>
          </ac:spMkLst>
        </pc:spChg>
      </pc:sldChg>
      <pc:sldChg chg="addSp delSp modSp mod">
        <pc:chgData name="Rhyma Jilani" userId="84bf065a0dcc8dd4" providerId="LiveId" clId="{466FECE6-4AC9-4E95-A3BA-E73261089EEB}" dt="2026-03-18T20:52:35.702" v="261" actId="1076"/>
        <pc:sldMkLst>
          <pc:docMk/>
          <pc:sldMk cId="2530086076" sldId="257"/>
        </pc:sldMkLst>
        <pc:spChg chg="mod">
          <ac:chgData name="Rhyma Jilani" userId="84bf065a0dcc8dd4" providerId="LiveId" clId="{466FECE6-4AC9-4E95-A3BA-E73261089EEB}" dt="2026-03-18T20:27:10.099" v="97" actId="14100"/>
          <ac:spMkLst>
            <pc:docMk/>
            <pc:sldMk cId="2530086076" sldId="257"/>
            <ac:spMk id="2" creationId="{8D81011B-FB19-2EE8-669E-08F933136C7F}"/>
          </ac:spMkLst>
        </pc:spChg>
        <pc:spChg chg="mod">
          <ac:chgData name="Rhyma Jilani" userId="84bf065a0dcc8dd4" providerId="LiveId" clId="{466FECE6-4AC9-4E95-A3BA-E73261089EEB}" dt="2026-03-18T20:27:27.833" v="99" actId="2710"/>
          <ac:spMkLst>
            <pc:docMk/>
            <pc:sldMk cId="2530086076" sldId="257"/>
            <ac:spMk id="3" creationId="{02231E70-59FA-06B1-89C3-B9759E8327A3}"/>
          </ac:spMkLst>
        </pc:spChg>
        <pc:picChg chg="add mod">
          <ac:chgData name="Rhyma Jilani" userId="84bf065a0dcc8dd4" providerId="LiveId" clId="{466FECE6-4AC9-4E95-A3BA-E73261089EEB}" dt="2026-03-18T20:52:35.702" v="261" actId="1076"/>
          <ac:picMkLst>
            <pc:docMk/>
            <pc:sldMk cId="2530086076" sldId="257"/>
            <ac:picMk id="5" creationId="{50DF02C8-97C5-7496-3277-30AFC9BA0B37}"/>
          </ac:picMkLst>
        </pc:picChg>
        <pc:picChg chg="add del mod">
          <ac:chgData name="Rhyma Jilani" userId="84bf065a0dcc8dd4" providerId="LiveId" clId="{466FECE6-4AC9-4E95-A3BA-E73261089EEB}" dt="2026-03-18T20:50:49.260" v="238" actId="478"/>
          <ac:picMkLst>
            <pc:docMk/>
            <pc:sldMk cId="2530086076" sldId="257"/>
            <ac:picMk id="7" creationId="{FC6AB510-96B2-4DDF-61AB-A41F69444F15}"/>
          </ac:picMkLst>
        </pc:picChg>
        <pc:picChg chg="add mod modCrop">
          <ac:chgData name="Rhyma Jilani" userId="84bf065a0dcc8dd4" providerId="LiveId" clId="{466FECE6-4AC9-4E95-A3BA-E73261089EEB}" dt="2026-03-18T20:52:23.808" v="259" actId="1076"/>
          <ac:picMkLst>
            <pc:docMk/>
            <pc:sldMk cId="2530086076" sldId="257"/>
            <ac:picMk id="9" creationId="{2FBE5119-4B57-42CB-6633-18C515BBC4E1}"/>
          </ac:picMkLst>
        </pc:picChg>
      </pc:sldChg>
      <pc:sldChg chg="addSp modSp mod">
        <pc:chgData name="Rhyma Jilani" userId="84bf065a0dcc8dd4" providerId="LiveId" clId="{466FECE6-4AC9-4E95-A3BA-E73261089EEB}" dt="2026-03-18T20:53:04.520" v="267" actId="14100"/>
        <pc:sldMkLst>
          <pc:docMk/>
          <pc:sldMk cId="1623091426" sldId="258"/>
        </pc:sldMkLst>
        <pc:spChg chg="mod">
          <ac:chgData name="Rhyma Jilani" userId="84bf065a0dcc8dd4" providerId="LiveId" clId="{466FECE6-4AC9-4E95-A3BA-E73261089EEB}" dt="2026-03-18T20:27:46.708" v="103" actId="6559"/>
          <ac:spMkLst>
            <pc:docMk/>
            <pc:sldMk cId="1623091426" sldId="258"/>
            <ac:spMk id="2" creationId="{4E97E243-AF6E-E551-2BE0-3169B52AF207}"/>
          </ac:spMkLst>
        </pc:spChg>
        <pc:spChg chg="mod">
          <ac:chgData name="Rhyma Jilani" userId="84bf065a0dcc8dd4" providerId="LiveId" clId="{466FECE6-4AC9-4E95-A3BA-E73261089EEB}" dt="2026-03-18T20:27:54.612" v="105" actId="2710"/>
          <ac:spMkLst>
            <pc:docMk/>
            <pc:sldMk cId="1623091426" sldId="258"/>
            <ac:spMk id="3" creationId="{6C7A95E6-22C9-BF23-F5D8-E7EF307ED3CC}"/>
          </ac:spMkLst>
        </pc:spChg>
        <pc:picChg chg="add mod">
          <ac:chgData name="Rhyma Jilani" userId="84bf065a0dcc8dd4" providerId="LiveId" clId="{466FECE6-4AC9-4E95-A3BA-E73261089EEB}" dt="2026-03-18T20:53:04.520" v="267" actId="14100"/>
          <ac:picMkLst>
            <pc:docMk/>
            <pc:sldMk cId="1623091426" sldId="258"/>
            <ac:picMk id="5" creationId="{B7956E5B-2A9C-E85D-04A5-D22B7691C780}"/>
          </ac:picMkLst>
        </pc:picChg>
      </pc:sldChg>
      <pc:sldChg chg="addSp modSp mod">
        <pc:chgData name="Rhyma Jilani" userId="84bf065a0dcc8dd4" providerId="LiveId" clId="{466FECE6-4AC9-4E95-A3BA-E73261089EEB}" dt="2026-03-18T20:54:21.002" v="293" actId="1076"/>
        <pc:sldMkLst>
          <pc:docMk/>
          <pc:sldMk cId="622620200" sldId="259"/>
        </pc:sldMkLst>
        <pc:spChg chg="mod">
          <ac:chgData name="Rhyma Jilani" userId="84bf065a0dcc8dd4" providerId="LiveId" clId="{466FECE6-4AC9-4E95-A3BA-E73261089EEB}" dt="2026-03-18T20:28:23.763" v="109" actId="6559"/>
          <ac:spMkLst>
            <pc:docMk/>
            <pc:sldMk cId="622620200" sldId="259"/>
            <ac:spMk id="2" creationId="{95CE476E-8762-C112-A727-A30C318D9431}"/>
          </ac:spMkLst>
        </pc:spChg>
        <pc:spChg chg="mod">
          <ac:chgData name="Rhyma Jilani" userId="84bf065a0dcc8dd4" providerId="LiveId" clId="{466FECE6-4AC9-4E95-A3BA-E73261089EEB}" dt="2026-03-18T20:28:32.265" v="111" actId="2710"/>
          <ac:spMkLst>
            <pc:docMk/>
            <pc:sldMk cId="622620200" sldId="259"/>
            <ac:spMk id="3" creationId="{5E8D3CAC-B3AB-B568-9B04-9A781BC627D8}"/>
          </ac:spMkLst>
        </pc:spChg>
        <pc:picChg chg="add mod">
          <ac:chgData name="Rhyma Jilani" userId="84bf065a0dcc8dd4" providerId="LiveId" clId="{466FECE6-4AC9-4E95-A3BA-E73261089EEB}" dt="2026-03-18T20:54:21.002" v="293" actId="1076"/>
          <ac:picMkLst>
            <pc:docMk/>
            <pc:sldMk cId="622620200" sldId="259"/>
            <ac:picMk id="5" creationId="{95D5CD44-E854-799B-06FB-857D02F499F3}"/>
          </ac:picMkLst>
        </pc:picChg>
      </pc:sldChg>
      <pc:sldChg chg="addSp modSp mod">
        <pc:chgData name="Rhyma Jilani" userId="84bf065a0dcc8dd4" providerId="LiveId" clId="{466FECE6-4AC9-4E95-A3BA-E73261089EEB}" dt="2026-03-18T20:54:51.654" v="299" actId="1076"/>
        <pc:sldMkLst>
          <pc:docMk/>
          <pc:sldMk cId="1885937022" sldId="260"/>
        </pc:sldMkLst>
        <pc:spChg chg="mod">
          <ac:chgData name="Rhyma Jilani" userId="84bf065a0dcc8dd4" providerId="LiveId" clId="{466FECE6-4AC9-4E95-A3BA-E73261089EEB}" dt="2026-03-18T20:28:53.592" v="115" actId="6559"/>
          <ac:spMkLst>
            <pc:docMk/>
            <pc:sldMk cId="1885937022" sldId="260"/>
            <ac:spMk id="2" creationId="{DBC86D05-893F-05F1-C8AC-C255BB2F9C83}"/>
          </ac:spMkLst>
        </pc:spChg>
        <pc:spChg chg="mod">
          <ac:chgData name="Rhyma Jilani" userId="84bf065a0dcc8dd4" providerId="LiveId" clId="{466FECE6-4AC9-4E95-A3BA-E73261089EEB}" dt="2026-03-18T20:29:01.061" v="117" actId="2710"/>
          <ac:spMkLst>
            <pc:docMk/>
            <pc:sldMk cId="1885937022" sldId="260"/>
            <ac:spMk id="3" creationId="{9B7F302C-DFAB-0418-5942-6A4D5E6FBE5B}"/>
          </ac:spMkLst>
        </pc:spChg>
        <pc:picChg chg="add mod">
          <ac:chgData name="Rhyma Jilani" userId="84bf065a0dcc8dd4" providerId="LiveId" clId="{466FECE6-4AC9-4E95-A3BA-E73261089EEB}" dt="2026-03-18T20:54:51.654" v="299" actId="1076"/>
          <ac:picMkLst>
            <pc:docMk/>
            <pc:sldMk cId="1885937022" sldId="260"/>
            <ac:picMk id="5" creationId="{0CB97CF5-F3F3-87B8-FD19-CD6D727D8321}"/>
          </ac:picMkLst>
        </pc:picChg>
      </pc:sldChg>
      <pc:sldChg chg="addSp delSp modSp mod">
        <pc:chgData name="Rhyma Jilani" userId="84bf065a0dcc8dd4" providerId="LiveId" clId="{466FECE6-4AC9-4E95-A3BA-E73261089EEB}" dt="2026-03-18T20:59:46.985" v="332" actId="1076"/>
        <pc:sldMkLst>
          <pc:docMk/>
          <pc:sldMk cId="3111327738" sldId="261"/>
        </pc:sldMkLst>
        <pc:spChg chg="mod">
          <ac:chgData name="Rhyma Jilani" userId="84bf065a0dcc8dd4" providerId="LiveId" clId="{466FECE6-4AC9-4E95-A3BA-E73261089EEB}" dt="2026-03-18T20:29:29.741" v="120" actId="14100"/>
          <ac:spMkLst>
            <pc:docMk/>
            <pc:sldMk cId="3111327738" sldId="261"/>
            <ac:spMk id="2" creationId="{1F36DEA5-F4C5-6A7B-0E5A-6127EA27F154}"/>
          </ac:spMkLst>
        </pc:spChg>
        <pc:spChg chg="mod">
          <ac:chgData name="Rhyma Jilani" userId="84bf065a0dcc8dd4" providerId="LiveId" clId="{466FECE6-4AC9-4E95-A3BA-E73261089EEB}" dt="2026-03-18T20:30:00.761" v="123" actId="2710"/>
          <ac:spMkLst>
            <pc:docMk/>
            <pc:sldMk cId="3111327738" sldId="261"/>
            <ac:spMk id="3" creationId="{73FF6AEE-005A-2E18-0330-1B8C0D41951E}"/>
          </ac:spMkLst>
        </pc:spChg>
        <pc:picChg chg="add del mod">
          <ac:chgData name="Rhyma Jilani" userId="84bf065a0dcc8dd4" providerId="LiveId" clId="{466FECE6-4AC9-4E95-A3BA-E73261089EEB}" dt="2026-03-18T20:57:33.740" v="310" actId="478"/>
          <ac:picMkLst>
            <pc:docMk/>
            <pc:sldMk cId="3111327738" sldId="261"/>
            <ac:picMk id="5" creationId="{B083DBD7-9DEB-2C83-0ADC-E9961702D411}"/>
          </ac:picMkLst>
        </pc:picChg>
        <pc:picChg chg="add mod">
          <ac:chgData name="Rhyma Jilani" userId="84bf065a0dcc8dd4" providerId="LiveId" clId="{466FECE6-4AC9-4E95-A3BA-E73261089EEB}" dt="2026-03-18T20:59:46.985" v="332" actId="1076"/>
          <ac:picMkLst>
            <pc:docMk/>
            <pc:sldMk cId="3111327738" sldId="261"/>
            <ac:picMk id="7" creationId="{71799D7C-A241-B524-B0A9-9FE41B2E659D}"/>
          </ac:picMkLst>
        </pc:picChg>
      </pc:sldChg>
      <pc:sldChg chg="addSp modSp mod">
        <pc:chgData name="Rhyma Jilani" userId="84bf065a0dcc8dd4" providerId="LiveId" clId="{466FECE6-4AC9-4E95-A3BA-E73261089EEB}" dt="2026-03-18T21:00:13.630" v="336" actId="1076"/>
        <pc:sldMkLst>
          <pc:docMk/>
          <pc:sldMk cId="4176831901" sldId="262"/>
        </pc:sldMkLst>
        <pc:spChg chg="mod">
          <ac:chgData name="Rhyma Jilani" userId="84bf065a0dcc8dd4" providerId="LiveId" clId="{466FECE6-4AC9-4E95-A3BA-E73261089EEB}" dt="2026-03-18T20:30:21.286" v="127" actId="6559"/>
          <ac:spMkLst>
            <pc:docMk/>
            <pc:sldMk cId="4176831901" sldId="262"/>
            <ac:spMk id="2" creationId="{CEBEED25-A6B1-6135-958C-93296E94F64A}"/>
          </ac:spMkLst>
        </pc:spChg>
        <pc:spChg chg="mod">
          <ac:chgData name="Rhyma Jilani" userId="84bf065a0dcc8dd4" providerId="LiveId" clId="{466FECE6-4AC9-4E95-A3BA-E73261089EEB}" dt="2026-03-18T20:30:30.341" v="129" actId="2710"/>
          <ac:spMkLst>
            <pc:docMk/>
            <pc:sldMk cId="4176831901" sldId="262"/>
            <ac:spMk id="3" creationId="{EAF4F1BA-6BD6-2B2E-62A9-5B6AC9F347D7}"/>
          </ac:spMkLst>
        </pc:spChg>
        <pc:picChg chg="add mod">
          <ac:chgData name="Rhyma Jilani" userId="84bf065a0dcc8dd4" providerId="LiveId" clId="{466FECE6-4AC9-4E95-A3BA-E73261089EEB}" dt="2026-03-18T21:00:13.630" v="336" actId="1076"/>
          <ac:picMkLst>
            <pc:docMk/>
            <pc:sldMk cId="4176831901" sldId="262"/>
            <ac:picMk id="5" creationId="{AC64073F-5B30-993A-BCCD-4BA64F04EDAD}"/>
          </ac:picMkLst>
        </pc:picChg>
      </pc:sldChg>
      <pc:sldChg chg="addSp delSp modSp mod">
        <pc:chgData name="Rhyma Jilani" userId="84bf065a0dcc8dd4" providerId="LiveId" clId="{466FECE6-4AC9-4E95-A3BA-E73261089EEB}" dt="2026-03-18T20:30:47.351" v="133"/>
        <pc:sldMkLst>
          <pc:docMk/>
          <pc:sldMk cId="1228757934" sldId="263"/>
        </pc:sldMkLst>
        <pc:spChg chg="mod">
          <ac:chgData name="Rhyma Jilani" userId="84bf065a0dcc8dd4" providerId="LiveId" clId="{466FECE6-4AC9-4E95-A3BA-E73261089EEB}" dt="2026-03-18T20:30:41.082" v="131" actId="6559"/>
          <ac:spMkLst>
            <pc:docMk/>
            <pc:sldMk cId="1228757934" sldId="263"/>
            <ac:spMk id="2" creationId="{1F2BE16A-5AE8-AEB8-0909-4EC5A9C932A7}"/>
          </ac:spMkLst>
        </pc:spChg>
        <pc:spChg chg="add del mod">
          <ac:chgData name="Rhyma Jilani" userId="84bf065a0dcc8dd4" providerId="LiveId" clId="{466FECE6-4AC9-4E95-A3BA-E73261089EEB}" dt="2026-03-18T20:16:06.475" v="40" actId="931"/>
          <ac:spMkLst>
            <pc:docMk/>
            <pc:sldMk cId="1228757934" sldId="263"/>
            <ac:spMk id="3" creationId="{DFF8CFB0-736E-E847-2A27-E9D22086153F}"/>
          </ac:spMkLst>
        </pc:spChg>
        <pc:spChg chg="mod">
          <ac:chgData name="Rhyma Jilani" userId="84bf065a0dcc8dd4" providerId="LiveId" clId="{466FECE6-4AC9-4E95-A3BA-E73261089EEB}" dt="2026-03-18T20:30:47.351" v="133"/>
          <ac:spMkLst>
            <pc:docMk/>
            <pc:sldMk cId="1228757934" sldId="263"/>
            <ac:spMk id="4" creationId="{CA51A173-6CE2-9C8F-5A05-42DAF69BF4E3}"/>
          </ac:spMkLst>
        </pc:spChg>
        <pc:picChg chg="add del mod ord">
          <ac:chgData name="Rhyma Jilani" userId="84bf065a0dcc8dd4" providerId="LiveId" clId="{466FECE6-4AC9-4E95-A3BA-E73261089EEB}" dt="2026-03-18T20:26:33.619" v="90"/>
          <ac:picMkLst>
            <pc:docMk/>
            <pc:sldMk cId="1228757934" sldId="263"/>
            <ac:picMk id="6" creationId="{72D0D0EB-7C35-6299-8A3C-5EC7AD3878A5}"/>
          </ac:picMkLst>
        </pc:picChg>
      </pc:sldChg>
      <pc:sldChg chg="addSp delSp modSp mod">
        <pc:chgData name="Rhyma Jilani" userId="84bf065a0dcc8dd4" providerId="LiveId" clId="{466FECE6-4AC9-4E95-A3BA-E73261089EEB}" dt="2026-03-18T20:31:45.571" v="142" actId="14100"/>
        <pc:sldMkLst>
          <pc:docMk/>
          <pc:sldMk cId="1526711826" sldId="264"/>
        </pc:sldMkLst>
        <pc:spChg chg="mod">
          <ac:chgData name="Rhyma Jilani" userId="84bf065a0dcc8dd4" providerId="LiveId" clId="{466FECE6-4AC9-4E95-A3BA-E73261089EEB}" dt="2026-03-18T20:31:45.571" v="142" actId="14100"/>
          <ac:spMkLst>
            <pc:docMk/>
            <pc:sldMk cId="1526711826" sldId="264"/>
            <ac:spMk id="2" creationId="{C08F5380-FFB7-455B-BE52-15BC20D333FA}"/>
          </ac:spMkLst>
        </pc:spChg>
        <pc:spChg chg="del mod">
          <ac:chgData name="Rhyma Jilani" userId="84bf065a0dcc8dd4" providerId="LiveId" clId="{466FECE6-4AC9-4E95-A3BA-E73261089EEB}" dt="2026-03-18T20:16:48.964" v="44" actId="931"/>
          <ac:spMkLst>
            <pc:docMk/>
            <pc:sldMk cId="1526711826" sldId="264"/>
            <ac:spMk id="3" creationId="{52265753-3DF3-9171-36A8-4A5E6275BDAF}"/>
          </ac:spMkLst>
        </pc:spChg>
        <pc:spChg chg="mod">
          <ac:chgData name="Rhyma Jilani" userId="84bf065a0dcc8dd4" providerId="LiveId" clId="{466FECE6-4AC9-4E95-A3BA-E73261089EEB}" dt="2026-03-18T20:31:39.861" v="141"/>
          <ac:spMkLst>
            <pc:docMk/>
            <pc:sldMk cId="1526711826" sldId="264"/>
            <ac:spMk id="4" creationId="{F4C8D451-C5D2-D74F-3E28-213019DE242A}"/>
          </ac:spMkLst>
        </pc:spChg>
        <pc:picChg chg="add mod ord">
          <ac:chgData name="Rhyma Jilani" userId="84bf065a0dcc8dd4" providerId="LiveId" clId="{466FECE6-4AC9-4E95-A3BA-E73261089EEB}" dt="2026-03-18T20:26:34.302" v="92"/>
          <ac:picMkLst>
            <pc:docMk/>
            <pc:sldMk cId="1526711826" sldId="264"/>
            <ac:picMk id="6" creationId="{CEC5D645-5413-3645-349F-4804FC40A62C}"/>
          </ac:picMkLst>
        </pc:picChg>
      </pc:sldChg>
      <pc:sldChg chg="modSp mod">
        <pc:chgData name="Rhyma Jilani" userId="84bf065a0dcc8dd4" providerId="LiveId" clId="{466FECE6-4AC9-4E95-A3BA-E73261089EEB}" dt="2026-03-18T20:32:52.193" v="148" actId="2710"/>
        <pc:sldMkLst>
          <pc:docMk/>
          <pc:sldMk cId="1207377313" sldId="265"/>
        </pc:sldMkLst>
        <pc:spChg chg="mod">
          <ac:chgData name="Rhyma Jilani" userId="84bf065a0dcc8dd4" providerId="LiveId" clId="{466FECE6-4AC9-4E95-A3BA-E73261089EEB}" dt="2026-03-18T20:32:05.654" v="146" actId="6559"/>
          <ac:spMkLst>
            <pc:docMk/>
            <pc:sldMk cId="1207377313" sldId="265"/>
            <ac:spMk id="2" creationId="{71DC967D-1062-C5ED-7BC9-049876566EEA}"/>
          </ac:spMkLst>
        </pc:spChg>
        <pc:spChg chg="mod">
          <ac:chgData name="Rhyma Jilani" userId="84bf065a0dcc8dd4" providerId="LiveId" clId="{466FECE6-4AC9-4E95-A3BA-E73261089EEB}" dt="2026-03-18T20:32:52.193" v="148" actId="2710"/>
          <ac:spMkLst>
            <pc:docMk/>
            <pc:sldMk cId="1207377313" sldId="265"/>
            <ac:spMk id="3" creationId="{A06521D9-40CC-13AE-0C1C-7E06140434E0}"/>
          </ac:spMkLst>
        </pc:spChg>
      </pc:sldChg>
      <pc:sldChg chg="modSp mod">
        <pc:chgData name="Rhyma Jilani" userId="84bf065a0dcc8dd4" providerId="LiveId" clId="{466FECE6-4AC9-4E95-A3BA-E73261089EEB}" dt="2026-03-18T20:33:25.795" v="154" actId="2710"/>
        <pc:sldMkLst>
          <pc:docMk/>
          <pc:sldMk cId="2222316965" sldId="266"/>
        </pc:sldMkLst>
        <pc:spChg chg="mod">
          <ac:chgData name="Rhyma Jilani" userId="84bf065a0dcc8dd4" providerId="LiveId" clId="{466FECE6-4AC9-4E95-A3BA-E73261089EEB}" dt="2026-03-18T20:33:10.693" v="152" actId="6559"/>
          <ac:spMkLst>
            <pc:docMk/>
            <pc:sldMk cId="2222316965" sldId="266"/>
            <ac:spMk id="2" creationId="{D61BC3CB-C5E8-971B-4A19-3D796586620B}"/>
          </ac:spMkLst>
        </pc:spChg>
        <pc:spChg chg="mod">
          <ac:chgData name="Rhyma Jilani" userId="84bf065a0dcc8dd4" providerId="LiveId" clId="{466FECE6-4AC9-4E95-A3BA-E73261089EEB}" dt="2026-03-18T20:33:25.795" v="154" actId="2710"/>
          <ac:spMkLst>
            <pc:docMk/>
            <pc:sldMk cId="2222316965" sldId="266"/>
            <ac:spMk id="3" creationId="{CB93AF9B-AD63-3DBC-F797-EF2A4CB2F45C}"/>
          </ac:spMkLst>
        </pc:spChg>
      </pc:sldChg>
      <pc:sldChg chg="modSp mod">
        <pc:chgData name="Rhyma Jilani" userId="84bf065a0dcc8dd4" providerId="LiveId" clId="{466FECE6-4AC9-4E95-A3BA-E73261089EEB}" dt="2026-03-18T20:34:13.231" v="172"/>
        <pc:sldMkLst>
          <pc:docMk/>
          <pc:sldMk cId="1005154025" sldId="267"/>
        </pc:sldMkLst>
        <pc:spChg chg="mod">
          <ac:chgData name="Rhyma Jilani" userId="84bf065a0dcc8dd4" providerId="LiveId" clId="{466FECE6-4AC9-4E95-A3BA-E73261089EEB}" dt="2026-03-18T20:33:52.451" v="158" actId="6559"/>
          <ac:spMkLst>
            <pc:docMk/>
            <pc:sldMk cId="1005154025" sldId="267"/>
            <ac:spMk id="2" creationId="{533120B5-FEE7-B464-16BD-38252459EEAC}"/>
          </ac:spMkLst>
        </pc:spChg>
        <pc:spChg chg="mod">
          <ac:chgData name="Rhyma Jilani" userId="84bf065a0dcc8dd4" providerId="LiveId" clId="{466FECE6-4AC9-4E95-A3BA-E73261089EEB}" dt="2026-03-18T20:34:13.231" v="172"/>
          <ac:spMkLst>
            <pc:docMk/>
            <pc:sldMk cId="1005154025" sldId="267"/>
            <ac:spMk id="3" creationId="{414D1703-4B3B-870F-E49B-2391C2E03275}"/>
          </ac:spMkLst>
        </pc:spChg>
      </pc:sldChg>
      <pc:sldMasterChg chg="setBg modSldLayout">
        <pc:chgData name="Rhyma Jilani" userId="84bf065a0dcc8dd4" providerId="LiveId" clId="{466FECE6-4AC9-4E95-A3BA-E73261089EEB}" dt="2026-03-18T20:21:02.383" v="51"/>
        <pc:sldMasterMkLst>
          <pc:docMk/>
          <pc:sldMasterMk cId="1177423772" sldId="2147483707"/>
        </pc:sldMasterMkLst>
        <pc:sldLayoutChg chg="setBg">
          <pc:chgData name="Rhyma Jilani" userId="84bf065a0dcc8dd4" providerId="LiveId" clId="{466FECE6-4AC9-4E95-A3BA-E73261089EEB}" dt="2026-03-18T20:21:02.383" v="51"/>
          <pc:sldLayoutMkLst>
            <pc:docMk/>
            <pc:sldMasterMk cId="1177423772" sldId="2147483707"/>
            <pc:sldLayoutMk cId="598551081" sldId="2147483708"/>
          </pc:sldLayoutMkLst>
        </pc:sldLayoutChg>
        <pc:sldLayoutChg chg="setBg">
          <pc:chgData name="Rhyma Jilani" userId="84bf065a0dcc8dd4" providerId="LiveId" clId="{466FECE6-4AC9-4E95-A3BA-E73261089EEB}" dt="2026-03-18T20:21:02.383" v="51"/>
          <pc:sldLayoutMkLst>
            <pc:docMk/>
            <pc:sldMasterMk cId="1177423772" sldId="2147483707"/>
            <pc:sldLayoutMk cId="466305724" sldId="2147483709"/>
          </pc:sldLayoutMkLst>
        </pc:sldLayoutChg>
        <pc:sldLayoutChg chg="setBg">
          <pc:chgData name="Rhyma Jilani" userId="84bf065a0dcc8dd4" providerId="LiveId" clId="{466FECE6-4AC9-4E95-A3BA-E73261089EEB}" dt="2026-03-18T20:21:02.383" v="51"/>
          <pc:sldLayoutMkLst>
            <pc:docMk/>
            <pc:sldMasterMk cId="1177423772" sldId="2147483707"/>
            <pc:sldLayoutMk cId="2495789548" sldId="2147483710"/>
          </pc:sldLayoutMkLst>
        </pc:sldLayoutChg>
        <pc:sldLayoutChg chg="setBg">
          <pc:chgData name="Rhyma Jilani" userId="84bf065a0dcc8dd4" providerId="LiveId" clId="{466FECE6-4AC9-4E95-A3BA-E73261089EEB}" dt="2026-03-18T20:21:02.383" v="51"/>
          <pc:sldLayoutMkLst>
            <pc:docMk/>
            <pc:sldMasterMk cId="1177423772" sldId="2147483707"/>
            <pc:sldLayoutMk cId="3030344468" sldId="2147483711"/>
          </pc:sldLayoutMkLst>
        </pc:sldLayoutChg>
        <pc:sldLayoutChg chg="setBg">
          <pc:chgData name="Rhyma Jilani" userId="84bf065a0dcc8dd4" providerId="LiveId" clId="{466FECE6-4AC9-4E95-A3BA-E73261089EEB}" dt="2026-03-18T20:21:02.383" v="51"/>
          <pc:sldLayoutMkLst>
            <pc:docMk/>
            <pc:sldMasterMk cId="1177423772" sldId="2147483707"/>
            <pc:sldLayoutMk cId="3558411924" sldId="2147483712"/>
          </pc:sldLayoutMkLst>
        </pc:sldLayoutChg>
        <pc:sldLayoutChg chg="setBg">
          <pc:chgData name="Rhyma Jilani" userId="84bf065a0dcc8dd4" providerId="LiveId" clId="{466FECE6-4AC9-4E95-A3BA-E73261089EEB}" dt="2026-03-18T20:21:02.383" v="51"/>
          <pc:sldLayoutMkLst>
            <pc:docMk/>
            <pc:sldMasterMk cId="1177423772" sldId="2147483707"/>
            <pc:sldLayoutMk cId="4106943621" sldId="2147483713"/>
          </pc:sldLayoutMkLst>
        </pc:sldLayoutChg>
        <pc:sldLayoutChg chg="setBg">
          <pc:chgData name="Rhyma Jilani" userId="84bf065a0dcc8dd4" providerId="LiveId" clId="{466FECE6-4AC9-4E95-A3BA-E73261089EEB}" dt="2026-03-18T20:21:02.383" v="51"/>
          <pc:sldLayoutMkLst>
            <pc:docMk/>
            <pc:sldMasterMk cId="1177423772" sldId="2147483707"/>
            <pc:sldLayoutMk cId="1315528797" sldId="2147483714"/>
          </pc:sldLayoutMkLst>
        </pc:sldLayoutChg>
        <pc:sldLayoutChg chg="setBg">
          <pc:chgData name="Rhyma Jilani" userId="84bf065a0dcc8dd4" providerId="LiveId" clId="{466FECE6-4AC9-4E95-A3BA-E73261089EEB}" dt="2026-03-18T20:21:02.383" v="51"/>
          <pc:sldLayoutMkLst>
            <pc:docMk/>
            <pc:sldMasterMk cId="1177423772" sldId="2147483707"/>
            <pc:sldLayoutMk cId="3960873392" sldId="2147483715"/>
          </pc:sldLayoutMkLst>
        </pc:sldLayoutChg>
        <pc:sldLayoutChg chg="setBg">
          <pc:chgData name="Rhyma Jilani" userId="84bf065a0dcc8dd4" providerId="LiveId" clId="{466FECE6-4AC9-4E95-A3BA-E73261089EEB}" dt="2026-03-18T20:21:02.383" v="51"/>
          <pc:sldLayoutMkLst>
            <pc:docMk/>
            <pc:sldMasterMk cId="1177423772" sldId="2147483707"/>
            <pc:sldLayoutMk cId="300065867" sldId="2147483716"/>
          </pc:sldLayoutMkLst>
        </pc:sldLayoutChg>
        <pc:sldLayoutChg chg="setBg">
          <pc:chgData name="Rhyma Jilani" userId="84bf065a0dcc8dd4" providerId="LiveId" clId="{466FECE6-4AC9-4E95-A3BA-E73261089EEB}" dt="2026-03-18T20:21:02.383" v="51"/>
          <pc:sldLayoutMkLst>
            <pc:docMk/>
            <pc:sldMasterMk cId="1177423772" sldId="2147483707"/>
            <pc:sldLayoutMk cId="1231898392" sldId="2147483717"/>
          </pc:sldLayoutMkLst>
        </pc:sldLayoutChg>
        <pc:sldLayoutChg chg="setBg">
          <pc:chgData name="Rhyma Jilani" userId="84bf065a0dcc8dd4" providerId="LiveId" clId="{466FECE6-4AC9-4E95-A3BA-E73261089EEB}" dt="2026-03-18T20:21:02.383" v="51"/>
          <pc:sldLayoutMkLst>
            <pc:docMk/>
            <pc:sldMasterMk cId="1177423772" sldId="2147483707"/>
            <pc:sldLayoutMk cId="1763935656" sldId="214748371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A752A-6893-487B-A17B-2808C26B8092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0E604-1A87-43D7-8EFB-D7D07F749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913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E604-1A87-43D7-8EFB-D7D07F7492B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848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E32F7AC4-0349-42CF-93A3-52A4514FA71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AC122EB-E03E-41E2-A2E2-41F9CFBA0E6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985510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7AC4-0349-42CF-93A3-52A4514FA71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22EB-E03E-41E2-A2E2-41F9CFBA0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305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7AC4-0349-42CF-93A3-52A4514FA71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22EB-E03E-41E2-A2E2-41F9CFBA0E6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95789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7AC4-0349-42CF-93A3-52A4514FA71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22EB-E03E-41E2-A2E2-41F9CFBA0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344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7AC4-0349-42CF-93A3-52A4514FA71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22EB-E03E-41E2-A2E2-41F9CFBA0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411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7AC4-0349-42CF-93A3-52A4514FA71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22EB-E03E-41E2-A2E2-41F9CFBA0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943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7AC4-0349-42CF-93A3-52A4514FA71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22EB-E03E-41E2-A2E2-41F9CFBA0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528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7AC4-0349-42CF-93A3-52A4514FA71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22EB-E03E-41E2-A2E2-41F9CFBA0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873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7AC4-0349-42CF-93A3-52A4514FA71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22EB-E03E-41E2-A2E2-41F9CFBA0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65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7AC4-0349-42CF-93A3-52A4514FA71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22EB-E03E-41E2-A2E2-41F9CFBA0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898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7AC4-0349-42CF-93A3-52A4514FA71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22EB-E03E-41E2-A2E2-41F9CFBA0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935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32F7AC4-0349-42CF-93A3-52A4514FA714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AC122EB-E03E-41E2-A2E2-41F9CFBA0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42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0E80-59A7-43A0-64D5-DB25E2175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65760"/>
            <a:ext cx="10329333" cy="4041648"/>
          </a:xfrm>
        </p:spPr>
        <p:txBody>
          <a:bodyPr>
            <a:normAutofit/>
          </a:bodyPr>
          <a:lstStyle/>
          <a:p>
            <a:r>
              <a:rPr lang="en-IN" b="1" spc="-150" dirty="0">
                <a:solidFill>
                  <a:schemeClr val="bg2">
                    <a:lumMod val="10000"/>
                    <a:lumOff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Diabetes Prediction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EC33F-5589-C9FA-8509-E2D9DECFA3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4800600"/>
            <a:ext cx="11899392" cy="169164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25000"/>
                    <a:lumOff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Rhyma Jilani</a:t>
            </a:r>
          </a:p>
          <a:p>
            <a:r>
              <a:rPr lang="en-IN" b="1" dirty="0" err="1">
                <a:solidFill>
                  <a:schemeClr val="bg2">
                    <a:lumMod val="25000"/>
                    <a:lumOff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Naviotech</a:t>
            </a:r>
            <a:r>
              <a:rPr lang="en-IN" b="1" dirty="0">
                <a:solidFill>
                  <a:schemeClr val="bg2">
                    <a:lumMod val="25000"/>
                    <a:lumOff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Solution </a:t>
            </a:r>
            <a:r>
              <a:rPr lang="en-IN" b="1" dirty="0" err="1">
                <a:solidFill>
                  <a:schemeClr val="bg2">
                    <a:lumMod val="25000"/>
                    <a:lumOff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Pvt.</a:t>
            </a:r>
            <a:r>
              <a:rPr lang="en-IN" b="1" dirty="0">
                <a:solidFill>
                  <a:schemeClr val="bg2">
                    <a:lumMod val="25000"/>
                    <a:lumOff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Ltd</a:t>
            </a:r>
            <a:br>
              <a:rPr lang="en-IN" dirty="0">
                <a:solidFill>
                  <a:schemeClr val="tx2"/>
                </a:solidFill>
              </a:rPr>
            </a:b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420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1011B-FB19-2EE8-669E-08F933136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365760"/>
            <a:ext cx="10643616" cy="1325562"/>
          </a:xfrm>
        </p:spPr>
        <p:txBody>
          <a:bodyPr/>
          <a:lstStyle/>
          <a:p>
            <a:r>
              <a:rPr lang="en-IN" b="1" spc="600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31E70-59FA-06B1-89C3-B9759E832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96" y="1828800"/>
            <a:ext cx="7653528" cy="43513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b="1" dirty="0"/>
              <a:t>Diabetes is a common chronic diseases affecting millions worldwide.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Early detection is important to prevent complications.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This project aims to predict whether a person is diabetic based on medical data using machine learning techniques.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DF02C8-97C5-7496-3277-30AFC9BA0B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835" y="2904067"/>
            <a:ext cx="4258733" cy="4258733"/>
          </a:xfrm>
          <a:prstGeom prst="rect">
            <a:avLst/>
          </a:prstGeom>
          <a:effectLst>
            <a:softEdge rad="6350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BE5119-4B57-42CB-6633-18C515BBC4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2" t="13086" r="2201" b="2099"/>
          <a:stretch>
            <a:fillRect/>
          </a:stretch>
        </p:blipFill>
        <p:spPr>
          <a:xfrm>
            <a:off x="8215967" y="527196"/>
            <a:ext cx="2580471" cy="260320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530086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7E243-AF6E-E551-2BE0-3169B52AF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588752" cy="1325562"/>
          </a:xfrm>
        </p:spPr>
        <p:txBody>
          <a:bodyPr/>
          <a:lstStyle/>
          <a:p>
            <a:r>
              <a:rPr lang="en-IN" b="1" spc="600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A95E6-22C9-BF23-F5D8-E7EF307ED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828800"/>
            <a:ext cx="9491472" cy="43513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b="1" dirty="0"/>
              <a:t>To analyse patient health data</a:t>
            </a:r>
          </a:p>
          <a:p>
            <a:pPr>
              <a:lnSpc>
                <a:spcPct val="150000"/>
              </a:lnSpc>
            </a:pPr>
            <a:r>
              <a:rPr lang="en-IN" b="1" dirty="0"/>
              <a:t>To identify factors affecting diabetes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To build a predictive machine learning model</a:t>
            </a:r>
          </a:p>
          <a:p>
            <a:pPr>
              <a:lnSpc>
                <a:spcPct val="150000"/>
              </a:lnSpc>
            </a:pPr>
            <a:r>
              <a:rPr lang="en-IN" b="1" dirty="0"/>
              <a:t>To assist in early diagnosis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956E5B-2A9C-E85D-04A5-D22B7691C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733" y="0"/>
            <a:ext cx="4959880" cy="6858000"/>
          </a:xfrm>
          <a:prstGeom prst="rect">
            <a:avLst/>
          </a:prstGeom>
          <a:effectLst>
            <a:softEdge rad="635000"/>
          </a:effectLst>
        </p:spPr>
      </p:pic>
    </p:spTree>
    <p:extLst>
      <p:ext uri="{BB962C8B-B14F-4D97-AF65-F5344CB8AC3E}">
        <p14:creationId xmlns:p14="http://schemas.microsoft.com/office/powerpoint/2010/main" val="1623091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E476E-8762-C112-A727-A30C318D9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588752" cy="1325562"/>
          </a:xfrm>
        </p:spPr>
        <p:txBody>
          <a:bodyPr/>
          <a:lstStyle/>
          <a:p>
            <a:r>
              <a:rPr lang="en-IN" b="1" spc="600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D3CAC-B3AB-B568-9B04-9A781BC62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828800"/>
            <a:ext cx="9491472" cy="43513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b="1" dirty="0"/>
              <a:t>Dataset contains medical records of patients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Features include glucose level, blood pressure, BMI, age, etc.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Target variable indicates diabetic or non diabetic</a:t>
            </a:r>
          </a:p>
          <a:p>
            <a:pPr>
              <a:lnSpc>
                <a:spcPct val="150000"/>
              </a:lnSpc>
            </a:pPr>
            <a:r>
              <a:rPr lang="en-IN" b="1" dirty="0"/>
              <a:t>Dataset is divided into training and testing sets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D5CD44-E854-799B-06FB-857D02F49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928" y="1490134"/>
            <a:ext cx="4351338" cy="5300133"/>
          </a:xfrm>
          <a:prstGeom prst="rect">
            <a:avLst/>
          </a:prstGeom>
          <a:effectLst>
            <a:softEdge rad="635000"/>
          </a:effectLst>
        </p:spPr>
      </p:pic>
    </p:spTree>
    <p:extLst>
      <p:ext uri="{BB962C8B-B14F-4D97-AF65-F5344CB8AC3E}">
        <p14:creationId xmlns:p14="http://schemas.microsoft.com/office/powerpoint/2010/main" val="622620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86D05-893F-05F1-C8AC-C255BB2F9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65760"/>
            <a:ext cx="10698480" cy="1325562"/>
          </a:xfrm>
        </p:spPr>
        <p:txBody>
          <a:bodyPr/>
          <a:lstStyle/>
          <a:p>
            <a:r>
              <a:rPr lang="en-IN" b="1" spc="600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302C-DFAB-0418-5942-6A4D5E6FB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032" y="1828800"/>
            <a:ext cx="9601200" cy="43513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b="1" dirty="0"/>
              <a:t>Handling missing and zero values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Standardising numerical data</a:t>
            </a:r>
          </a:p>
          <a:p>
            <a:pPr>
              <a:lnSpc>
                <a:spcPct val="150000"/>
              </a:lnSpc>
            </a:pPr>
            <a:r>
              <a:rPr lang="en-IN" b="1" dirty="0"/>
              <a:t>Splitting dataset into training and testing sets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Preparing data for model training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B97CF5-F3F3-87B8-FD19-CD6D727D8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068" y="1375568"/>
            <a:ext cx="5257800" cy="5257800"/>
          </a:xfrm>
          <a:prstGeom prst="rect">
            <a:avLst/>
          </a:prstGeom>
          <a:effectLst>
            <a:softEdge rad="635000"/>
          </a:effectLst>
        </p:spPr>
      </p:pic>
    </p:spTree>
    <p:extLst>
      <p:ext uri="{BB962C8B-B14F-4D97-AF65-F5344CB8AC3E}">
        <p14:creationId xmlns:p14="http://schemas.microsoft.com/office/powerpoint/2010/main" val="1885937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6DEA5-F4C5-6A7B-0E5A-6127EA27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28" y="365760"/>
            <a:ext cx="10616184" cy="1325562"/>
          </a:xfrm>
        </p:spPr>
        <p:txBody>
          <a:bodyPr/>
          <a:lstStyle/>
          <a:p>
            <a:r>
              <a:rPr lang="en-IN" b="1" spc="600" dirty="0"/>
              <a:t>Model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F6AEE-005A-2E18-0330-1B8C0D419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28" y="1828800"/>
            <a:ext cx="9518904" cy="43513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b="1" dirty="0"/>
              <a:t>Support Vector Machine (SVM) classifier is used</a:t>
            </a:r>
          </a:p>
          <a:p>
            <a:pPr>
              <a:lnSpc>
                <a:spcPct val="150000"/>
              </a:lnSpc>
            </a:pPr>
            <a:r>
              <a:rPr lang="en-IN" b="1" dirty="0"/>
              <a:t>Effective for classification problems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Works well with structured data</a:t>
            </a:r>
          </a:p>
          <a:p>
            <a:pPr>
              <a:lnSpc>
                <a:spcPct val="150000"/>
              </a:lnSpc>
            </a:pPr>
            <a:r>
              <a:rPr lang="en-IN" b="1" dirty="0"/>
              <a:t>Helps in accurate prediction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799D7C-A241-B524-B0A9-9FE41B2E6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645" y="1415416"/>
            <a:ext cx="4869759" cy="4213436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softEdge rad="127000"/>
          </a:effectLst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3111327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EED25-A6B1-6135-958C-93296E94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65760"/>
            <a:ext cx="10680192" cy="1325562"/>
          </a:xfrm>
        </p:spPr>
        <p:txBody>
          <a:bodyPr/>
          <a:lstStyle/>
          <a:p>
            <a:r>
              <a:rPr lang="en-IN" b="1" spc="600" dirty="0"/>
              <a:t>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4F1BA-6BD6-2B2E-62A9-5B6AC9F34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828800"/>
            <a:ext cx="9582912" cy="43513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b="1" dirty="0"/>
              <a:t>Dataset split into training and testing data</a:t>
            </a:r>
          </a:p>
          <a:p>
            <a:pPr>
              <a:lnSpc>
                <a:spcPct val="150000"/>
              </a:lnSpc>
            </a:pPr>
            <a:r>
              <a:rPr lang="en-IN" b="1" dirty="0"/>
              <a:t>Model trained on training dataset</a:t>
            </a:r>
          </a:p>
          <a:p>
            <a:pPr>
              <a:lnSpc>
                <a:spcPct val="150000"/>
              </a:lnSpc>
            </a:pPr>
            <a:r>
              <a:rPr lang="en-IN" b="1" dirty="0"/>
              <a:t>Learns patterns from input features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Performance evaluated using accuracy score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64073F-5B30-993A-BCCD-4BA64F04E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416" y="677863"/>
            <a:ext cx="5715000" cy="5715000"/>
          </a:xfrm>
          <a:prstGeom prst="rect">
            <a:avLst/>
          </a:prstGeom>
          <a:effectLst>
            <a:softEdge rad="635000"/>
          </a:effectLst>
        </p:spPr>
      </p:pic>
    </p:spTree>
    <p:extLst>
      <p:ext uri="{BB962C8B-B14F-4D97-AF65-F5344CB8AC3E}">
        <p14:creationId xmlns:p14="http://schemas.microsoft.com/office/powerpoint/2010/main" val="4176831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BE16A-5AE8-AEB8-0909-4EC5A9C93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25111"/>
            <a:ext cx="10814304" cy="1325880"/>
          </a:xfrm>
        </p:spPr>
        <p:txBody>
          <a:bodyPr/>
          <a:lstStyle/>
          <a:p>
            <a:r>
              <a:rPr lang="en-IN" b="1" spc="600" dirty="0"/>
              <a:t>Results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2D0D0EB-7C35-6299-8A3C-5EC7AD3878A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13" b="9213"/>
          <a:stretch>
            <a:fillRect/>
          </a:stretch>
        </p:blipFill>
        <p:spPr>
          <a:xfrm>
            <a:off x="0" y="0"/>
            <a:ext cx="11292840" cy="5120640"/>
          </a:xfrm>
          <a:prstGeom prst="rect">
            <a:avLst/>
          </a:prstGeom>
          <a:solidFill>
            <a:srgbClr val="6F6F74"/>
          </a:solidFill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51A173-6CE2-9C8F-5A05-42DAF69BF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5650991"/>
            <a:ext cx="11292840" cy="1207009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Training Accuracy: ~78%</a:t>
            </a:r>
          </a:p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Testing Accuracy: ~77%</a:t>
            </a:r>
          </a:p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performs reasonably well</a:t>
            </a:r>
          </a:p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Provides useful predictions</a:t>
            </a:r>
          </a:p>
        </p:txBody>
      </p:sp>
    </p:spTree>
    <p:extLst>
      <p:ext uri="{BB962C8B-B14F-4D97-AF65-F5344CB8AC3E}">
        <p14:creationId xmlns:p14="http://schemas.microsoft.com/office/powerpoint/2010/main" val="1228757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5380-FFB7-455B-BE52-15BC20D33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37176"/>
            <a:ext cx="10896600" cy="813816"/>
          </a:xfrm>
        </p:spPr>
        <p:txBody>
          <a:bodyPr/>
          <a:lstStyle/>
          <a:p>
            <a:r>
              <a:rPr lang="en-IN" b="1" spc="600" dirty="0"/>
              <a:t>Prediction Output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EC5D645-5413-3645-349F-4804FC40A62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50" b="8750"/>
          <a:stretch>
            <a:fillRect/>
          </a:stretch>
        </p:blipFill>
        <p:spPr>
          <a:xfrm>
            <a:off x="0" y="0"/>
            <a:ext cx="11292840" cy="5128923"/>
          </a:xfrm>
          <a:prstGeom prst="rect">
            <a:avLst/>
          </a:prstGeom>
          <a:solidFill>
            <a:srgbClr val="6F6F74"/>
          </a:solidFill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8D451-C5D2-D74F-3E28-213019DE2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5650992"/>
            <a:ext cx="11439144" cy="1207007"/>
          </a:xfrm>
        </p:spPr>
        <p:txBody>
          <a:bodyPr>
            <a:norm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predicts whether a person is diabetic</a:t>
            </a:r>
          </a:p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output shows the person is diabetic</a:t>
            </a:r>
          </a:p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Useful for early detection</a:t>
            </a:r>
          </a:p>
        </p:txBody>
      </p:sp>
    </p:spTree>
    <p:extLst>
      <p:ext uri="{BB962C8B-B14F-4D97-AF65-F5344CB8AC3E}">
        <p14:creationId xmlns:p14="http://schemas.microsoft.com/office/powerpoint/2010/main" val="1526711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C967D-1062-C5ED-7BC9-049876566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" y="365760"/>
            <a:ext cx="10826496" cy="1325562"/>
          </a:xfrm>
        </p:spPr>
        <p:txBody>
          <a:bodyPr/>
          <a:lstStyle/>
          <a:p>
            <a:r>
              <a:rPr lang="en-IN" b="1" spc="6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521D9-40CC-13AE-0C1C-7E0614043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" y="1828800"/>
            <a:ext cx="9729216" cy="43513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b="1" dirty="0"/>
              <a:t>Machine learning helps in predicting diabetes effectively</a:t>
            </a:r>
          </a:p>
          <a:p>
            <a:pPr>
              <a:lnSpc>
                <a:spcPct val="150000"/>
              </a:lnSpc>
            </a:pPr>
            <a:r>
              <a:rPr lang="en-IN" b="1" dirty="0"/>
              <a:t>Model provides decent accuracy</a:t>
            </a:r>
          </a:p>
          <a:p>
            <a:pPr>
              <a:lnSpc>
                <a:spcPct val="150000"/>
              </a:lnSpc>
            </a:pPr>
            <a:r>
              <a:rPr lang="en-IN" b="1" dirty="0"/>
              <a:t>Can assist in early diagnosis and treatment</a:t>
            </a:r>
          </a:p>
          <a:p>
            <a:pPr>
              <a:lnSpc>
                <a:spcPct val="150000"/>
              </a:lnSpc>
            </a:pPr>
            <a:r>
              <a:rPr lang="en-IN" b="1" dirty="0"/>
              <a:t>Useful for healthcare systems</a:t>
            </a:r>
          </a:p>
        </p:txBody>
      </p:sp>
    </p:spTree>
    <p:extLst>
      <p:ext uri="{BB962C8B-B14F-4D97-AF65-F5344CB8AC3E}">
        <p14:creationId xmlns:p14="http://schemas.microsoft.com/office/powerpoint/2010/main" val="1207377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BC3CB-C5E8-971B-4A19-3D7965866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365760"/>
            <a:ext cx="10675112" cy="1325562"/>
          </a:xfrm>
        </p:spPr>
        <p:txBody>
          <a:bodyPr/>
          <a:lstStyle/>
          <a:p>
            <a:r>
              <a:rPr lang="en-IN" b="1" spc="600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3AF9B-AD63-3DBC-F797-EF2A4CB2F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828800"/>
            <a:ext cx="9577832" cy="43513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b="1" dirty="0"/>
              <a:t>Improve accuracy using advanced models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Use larger datasets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Build real time applications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Integrate with healthcare systems</a:t>
            </a:r>
          </a:p>
        </p:txBody>
      </p:sp>
    </p:spTree>
    <p:extLst>
      <p:ext uri="{BB962C8B-B14F-4D97-AF65-F5344CB8AC3E}">
        <p14:creationId xmlns:p14="http://schemas.microsoft.com/office/powerpoint/2010/main" val="2222316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120B5-FEE7-B464-16BD-38252459E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733" y="758952"/>
            <a:ext cx="10231459" cy="4041648"/>
          </a:xfrm>
        </p:spPr>
        <p:txBody>
          <a:bodyPr/>
          <a:lstStyle/>
          <a:p>
            <a:r>
              <a:rPr lang="en-IN" b="1" spc="600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D1703-4B3B-870F-E49B-2391C2E03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733" y="4800600"/>
            <a:ext cx="10231459" cy="1691640"/>
          </a:xfrm>
        </p:spPr>
        <p:txBody>
          <a:bodyPr>
            <a:norm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Submitted By:</a:t>
            </a:r>
          </a:p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Rhyma Jilani</a:t>
            </a:r>
          </a:p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jilanirhyma05@gmail.com</a:t>
            </a:r>
          </a:p>
        </p:txBody>
      </p:sp>
    </p:spTree>
    <p:extLst>
      <p:ext uri="{BB962C8B-B14F-4D97-AF65-F5344CB8AC3E}">
        <p14:creationId xmlns:p14="http://schemas.microsoft.com/office/powerpoint/2010/main" val="1005154025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54</TotalTime>
  <Words>278</Words>
  <Application>Microsoft Office PowerPoint</Application>
  <PresentationFormat>Widescreen</PresentationFormat>
  <Paragraphs>56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Georgia</vt:lpstr>
      <vt:lpstr>Wingdings 2</vt:lpstr>
      <vt:lpstr>View</vt:lpstr>
      <vt:lpstr>Diabetes Prediction Using Machine Learning</vt:lpstr>
      <vt:lpstr>Problem Statement</vt:lpstr>
      <vt:lpstr>Objective</vt:lpstr>
      <vt:lpstr>Dataset Description</vt:lpstr>
      <vt:lpstr>Data Preprocessing</vt:lpstr>
      <vt:lpstr>Model Used</vt:lpstr>
      <vt:lpstr>Model Training</vt:lpstr>
      <vt:lpstr>Results </vt:lpstr>
      <vt:lpstr>Prediction Output</vt:lpstr>
      <vt:lpstr>Conclusion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Rhyma Jilani</dc:creator>
  <cp:lastModifiedBy>Rhyma Jilani</cp:lastModifiedBy>
  <cp:revision>1</cp:revision>
  <dcterms:created xsi:type="dcterms:W3CDTF">2026-03-18T15:25:13Z</dcterms:created>
  <dcterms:modified xsi:type="dcterms:W3CDTF">2026-03-18T21:00:17Z</dcterms:modified>
</cp:coreProperties>
</file>